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Flipkart reduce cart abandonment?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3776" y="1691640"/>
            <a:ext cx="11155680" cy="3447288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011680"/>
            <a:ext cx="89611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 the journey.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the drop-off.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the fix.</a:t>
            </a:r>
            <a:endParaRPr lang="en-US" sz="4300" dirty="0"/>
          </a:p>
        </p:txBody>
      </p:sp>
      <p:sp>
        <p:nvSpPr>
          <p:cNvPr id="13" name="Text 10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Business case: Flipkart. Empirical proxy: REES46 public third-party retail events.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" y="1691640"/>
            <a:ext cx="3566160" cy="3017520"/>
          </a:xfrm>
          <a:prstGeom prst="roundRect">
            <a:avLst>
              <a:gd name="adj" fmla="val 3333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" y="1691640"/>
            <a:ext cx="73152" cy="301752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Discovery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95528" y="2267712"/>
            <a:ext cx="31089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Many shoppers explore products without buying. Which browsing signals can predict the next stage?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691640"/>
            <a:ext cx="3566160" cy="3017520"/>
          </a:xfrm>
          <a:prstGeom prst="roundRect">
            <a:avLst>
              <a:gd name="adj" fmla="val 3333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691640"/>
            <a:ext cx="73152" cy="301752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Cart interest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17136" y="2267712"/>
            <a:ext cx="31089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Adding an item to cart suggests interest, but does not prove intent to checkout.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10144" y="1691640"/>
            <a:ext cx="3566160" cy="3017520"/>
          </a:xfrm>
          <a:prstGeom prst="roundRect">
            <a:avLst>
              <a:gd name="adj" fmla="val 3333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0144" y="1691640"/>
            <a:ext cx="73152" cy="301752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Purchase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0" y="2267712"/>
            <a:ext cx="31089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A missing recorded purchase may reflect delay, session change or a true drop-off.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Question: Which observable patterns could guide a measured conversion-improvement experiment?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data do we use?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1691640"/>
            <a:ext cx="5440680" cy="2971800"/>
          </a:xfrm>
          <a:prstGeom prst="roundRect">
            <a:avLst>
              <a:gd name="adj" fmla="val 3385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691640"/>
            <a:ext cx="73152" cy="297180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" y="18562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Free public benchmark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3816" y="2267712"/>
            <a:ext cx="49834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REES46 behavior-event logs: event time, event type, product/category, brand, price, user and session IDs.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0488" y="1691640"/>
            <a:ext cx="5394960" cy="2971800"/>
          </a:xfrm>
          <a:prstGeom prst="roundRect">
            <a:avLst>
              <a:gd name="adj" fmla="val 3385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0488" y="1691640"/>
            <a:ext cx="73152" cy="297180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9944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What it is not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9944" y="2267712"/>
            <a:ext cx="49377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Not Flipkart clickstream or transaction history. No checkout steps, payment errors, shipping charges or customer reasons.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Dataset source: rees46.com/en/datasets  |  Download and execution: To be completed.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Conversion funnel: metric definitions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3F7F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24028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78C"/>
                </a:solidFill>
              </a:rPr>
              <a:t>Viewed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66344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3F7F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24028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78C"/>
                </a:solidFill>
              </a:rPr>
              <a:t>Added to cart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59536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DFF4E4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0" y="224028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78C"/>
                </a:solidFill>
              </a:rPr>
              <a:t>Purchased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9808" y="3749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B4D"/>
                </a:solidFill>
              </a:rPr>
              <a:t>Observed cart without purchase = cart sessions with no purchase event / all cart sessions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Denominator: distinct, non-null user_session. Rates cannot be computed until real source data is loaded.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workflow: one dataset across tools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" y="23774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7EFFA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270662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8C"/>
                </a:solidFill>
              </a:rPr>
              <a:t>PUBLIC CSV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69464" y="27432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3B"/>
                </a:solidFill>
              </a:rPr>
              <a:t>&gt;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88920" y="23774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3F7F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62072" y="270662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8C"/>
                </a:solidFill>
              </a:rPr>
              <a:t>MYSQL 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19472" y="27432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3B"/>
                </a:solidFill>
              </a:rPr>
              <a:t>&gt;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38928" y="23774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7EFFA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270662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8C"/>
                </a:solidFill>
              </a:rPr>
              <a:t>PYTHON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269480" y="27432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3B"/>
                </a:solidFill>
              </a:rPr>
              <a:t>&gt;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488936" y="23774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3F7F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270662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8C"/>
                </a:solidFill>
              </a:rPr>
              <a:t>DATABRICKS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619488" y="27432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3B"/>
                </a:solidFill>
              </a:rPr>
              <a:t>&gt;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838944" y="23774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7EFFA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12096" y="270662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478C"/>
                </a:solidFill>
              </a:rPr>
              <a:t>POWER BI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Raw event validation  •  Session grouping  •  Chart generation  •  Delta transformation  •  KPI dashboard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Prepared pipelines; MySQL, Databricks and PBIX execution evidence still pending.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MySQL: what queries answer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1691640"/>
            <a:ext cx="5394960" cy="3566160"/>
          </a:xfrm>
          <a:prstGeom prst="roundRect">
            <a:avLst>
              <a:gd name="adj" fmla="val 2821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691640"/>
            <a:ext cx="73152" cy="356616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16 analytical queries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3816" y="2267712"/>
            <a:ext cx="49377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Data completeness and types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Session-based funnel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Cart sessions without purchase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Category and brand activity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Daily event trends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Product cart interest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5394960" cy="3566160"/>
          </a:xfrm>
          <a:prstGeom prst="roundRect">
            <a:avLst>
              <a:gd name="adj" fmla="val 2821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691640"/>
            <a:ext cx="73152" cy="356616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1656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Evidence required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91656" y="2267712"/>
            <a:ext cx="49377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Import original public CSV in MySQL 8.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Verify row counts.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Run query catalogue.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Capture actual DBeaver output.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Reconcile session KPIs with Python.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Python: graphical analysis plan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" y="1737360"/>
            <a:ext cx="5257800" cy="1307592"/>
          </a:xfrm>
          <a:prstGeom prst="roundRect">
            <a:avLst>
              <a:gd name="adj" fmla="val 5594"/>
            </a:avLst>
          </a:prstGeom>
          <a:solidFill>
            <a:srgbClr val="F3F7FC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1  Session-based funnel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82512" y="1737360"/>
            <a:ext cx="5257800" cy="1307592"/>
          </a:xfrm>
          <a:prstGeom prst="roundRect">
            <a:avLst>
              <a:gd name="adj" fmla="val 5594"/>
            </a:avLst>
          </a:prstGeom>
          <a:solidFill>
            <a:srgbClr val="F3F7FC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2  Daily view / cart / purchase events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" y="3337560"/>
            <a:ext cx="5257800" cy="1307592"/>
          </a:xfrm>
          <a:prstGeom prst="roundRect">
            <a:avLst>
              <a:gd name="adj" fmla="val 5594"/>
            </a:avLst>
          </a:prstGeom>
          <a:solidFill>
            <a:srgbClr val="F3F7FC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3749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3  Products with most cart events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82512" y="3337560"/>
            <a:ext cx="5257800" cy="1307592"/>
          </a:xfrm>
          <a:prstGeom prst="roundRect">
            <a:avLst>
              <a:gd name="adj" fmla="val 5594"/>
            </a:avLst>
          </a:prstGeom>
          <a:solidFill>
            <a:srgbClr val="F3F7FC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8544" y="3749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4  Category purchase-event counts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These are planned plots: no plotted values or company results are fabricated.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Cart abandonment: what we can and cannot infer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" y="1673352"/>
            <a:ext cx="5422392" cy="3584448"/>
          </a:xfrm>
          <a:prstGeom prst="roundRect">
            <a:avLst>
              <a:gd name="adj" fmla="val 2806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" y="1673352"/>
            <a:ext cx="73152" cy="358444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1837944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Observed in event data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95528" y="2249424"/>
            <a:ext cx="49651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View activity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Cart additions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Cart removals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Purchase events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Category / time patterns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81344" y="1673352"/>
            <a:ext cx="5394960" cy="3584448"/>
          </a:xfrm>
          <a:prstGeom prst="roundRect">
            <a:avLst>
              <a:gd name="adj" fmla="val 2806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81344" y="1673352"/>
            <a:ext cx="73152" cy="358444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8379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Needs Flipkart operational data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2249424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Checkout button clicks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Delivery charge shown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Payment error codes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Coupon failure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Exit reason or user feedback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Cart without observed purchase is a proxy, not verified abandonment at checkout.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solutions - testable hypotheses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09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673352"/>
            <a:ext cx="3575304" cy="3383280"/>
          </a:xfrm>
          <a:prstGeom prst="roundRect">
            <a:avLst>
              <a:gd name="adj" fmla="val 2973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673352"/>
            <a:ext cx="73152" cy="338328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1837944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Transparent charges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8096" y="2249424"/>
            <a:ext cx="31181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Test delivery fee and time visibility early in the journey.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673352"/>
            <a:ext cx="3575304" cy="3383280"/>
          </a:xfrm>
          <a:prstGeom prst="roundRect">
            <a:avLst>
              <a:gd name="adj" fmla="val 2973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673352"/>
            <a:ext cx="73152" cy="338328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1837944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Payment reliability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17136" y="2249424"/>
            <a:ext cx="31181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Test streamlined retry flows when instrumented payment errors occur.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46720" y="1673352"/>
            <a:ext cx="3575304" cy="3383280"/>
          </a:xfrm>
          <a:prstGeom prst="roundRect">
            <a:avLst>
              <a:gd name="adj" fmla="val 2973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1673352"/>
            <a:ext cx="73152" cy="3383280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1837944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Cart reminders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66176" y="2249424"/>
            <a:ext cx="31181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Test permission-based reminders against a randomized holdout.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These are proposed experiments; no impact has been observed or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measure actual improvement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10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14400" y="201168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F3F7F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496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78C"/>
                </a:solidFill>
              </a:rPr>
              <a:t>CONTROL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537960" y="201168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E8F2FA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2496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78C"/>
                </a:solidFill>
              </a:rPr>
              <a:t>TREATMENT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B4D"/>
                </a:solidFill>
              </a:rPr>
              <a:t>Compare the same conversion denominator and guardrails: cancellations, returns, margin, complaints.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A controlled experiment is needed before attributing improvement to a design change.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deliverables and evidence checklist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11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" y="1664208"/>
            <a:ext cx="5376672" cy="3639312"/>
          </a:xfrm>
          <a:prstGeom prst="roundRect">
            <a:avLst>
              <a:gd name="adj" fmla="val 2764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1664208"/>
            <a:ext cx="73152" cy="3639312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182880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Prepared for execution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4672" y="2240280"/>
            <a:ext cx="491947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30-page report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MySQL schema + 16 queries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Excel source/KPI dictionary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Python analytics notebook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Databricks/Delta script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1664208"/>
            <a:ext cx="5376672" cy="3639312"/>
          </a:xfrm>
          <a:prstGeom prst="roundRect">
            <a:avLst>
              <a:gd name="adj" fmla="val 2764"/>
            </a:avLst>
          </a:prstGeom>
          <a:solidFill>
            <a:srgbClr val="F3F7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664208"/>
            <a:ext cx="73152" cy="3639312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1656" y="182880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78C"/>
                </a:solidFill>
              </a:rPr>
              <a:t>Still to complete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91656" y="2240280"/>
            <a:ext cx="491947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Original public CSV download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Executed charts and SQL outputs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Spark/Delta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Power BI PBIX/screenshots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Final result interpretation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83B"/>
          </a:solidFill>
          <a:ln w="12700">
            <a:solidFill>
              <a:srgbClr val="FFD8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640080"/>
          </a:xfrm>
          <a:prstGeom prst="rect">
            <a:avLst/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173736"/>
            <a:ext cx="35295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data/coca_project/assets_badruka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"/>
            <a:ext cx="3264408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92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  /  PGDM ANALYTICS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" y="932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measure first, optimize second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02920" y="6318504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Proxy e-commerce behavioral data only - NOT actual Flipkart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0"/>
                </a:solidFill>
              </a:rPr>
              <a:t>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10908792" cy="3410712"/>
          </a:xfrm>
          <a:prstGeom prst="roundRect">
            <a:avLst>
              <a:gd name="adj" fmla="val 3217"/>
            </a:avLst>
          </a:prstGeom>
          <a:solidFill>
            <a:srgbClr val="17478C"/>
          </a:solidFill>
          <a:ln w="12700">
            <a:solidFill>
              <a:srgbClr val="1747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2331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DEFINE THE FUNNEL.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VALIDATE THE EVENTS.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TEST THE INTERVENTIONS.</a:t>
            </a:r>
            <a:endParaRPr lang="en-US" sz="3500" dirty="0"/>
          </a:p>
        </p:txBody>
      </p:sp>
      <p:sp>
        <p:nvSpPr>
          <p:cNvPr id="13" name="Text 10"/>
          <p:cNvSpPr/>
          <p:nvPr/>
        </p:nvSpPr>
        <p:spPr>
          <a:xfrm>
            <a:off x="585216" y="592531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80"/>
                </a:solidFill>
              </a:rPr>
              <a:t>Academic case study. No actual Flipkart cart-abandonment rate or performance claim.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can Flipkart reduce cart abandonment and improve conversion?</dc:title>
  <dc:subject>Flipkart case study using REES46 public proxy event data</dc:subject>
  <dc:creator>Academic research project</dc:creator>
  <cp:lastModifiedBy>Academic research project</cp:lastModifiedBy>
  <cp:revision>1</cp:revision>
  <dcterms:created xsi:type="dcterms:W3CDTF">2026-10-29T07:47:42Z</dcterms:created>
  <dcterms:modified xsi:type="dcterms:W3CDTF">2026-10-29T07:47:42Z</dcterms:modified>
</cp:coreProperties>
</file>